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F98B"/>
    <a:srgbClr val="A8FAB6"/>
    <a:srgbClr val="C4FCE4"/>
    <a:srgbClr val="88F8C8"/>
    <a:srgbClr val="8AF694"/>
    <a:srgbClr val="A4F58B"/>
    <a:srgbClr val="C198E0"/>
    <a:srgbClr val="AE78D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B43D1-1152-3B5B-D091-1C32320C1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E31A8C-F537-AABF-6DB0-402949685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96B42E-BE79-E583-CA34-2A38D2A44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80720-5484-4835-BD86-A676ECDB2DC4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A3E7EC-64A5-6371-9AA6-13BD57247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1B2AA2-EF18-A7D7-CCCF-0F63F168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43D18-DBDF-4C12-B755-473C5C8FE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54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6856E-37B4-7346-724B-291F54AFA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DB29A7-8A3B-5E5A-A24D-36A895EA0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424B4F-CB75-1E07-0392-C508394A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80720-5484-4835-BD86-A676ECDB2DC4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D7038D-903E-661F-358D-458D67C4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570DE0-82AF-3E12-8692-B18E3C99B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43D18-DBDF-4C12-B755-473C5C8FE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415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2CC756-CE5A-F75F-9506-0E05762E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52CAE5-D3DF-CF3D-3931-C0073B77C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4E120F-76BC-AB09-0A97-4F81A1FEA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80720-5484-4835-BD86-A676ECDB2DC4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0F938D-CAE1-01EF-F604-504266B30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D5F550-FAD8-3BA8-4354-56E35403F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43D18-DBDF-4C12-B755-473C5C8FE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406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624A3-1214-0C81-7DF2-B054240E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D8B9AF-BB6D-9A73-AD42-897F4CA54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26E71A-EC0E-4AE7-E554-DEF09429F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2AEF8F-180F-4267-8117-D482C1EAD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80720-5484-4835-BD86-A676ECDB2DC4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19C973-5DF5-053C-4F3F-3E2D968FE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99EBF3-7FF0-E9FA-06E3-DD56E9A0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43D18-DBDF-4C12-B755-473C5C8FE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84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FED00-EF99-E8FE-9C60-D0FD578AD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BB5CF3-9E37-40BF-CB3B-BED84A84F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6D2980-BC89-C7E6-7D99-1F49519AF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269585-7EE8-5DB6-BFB3-7FFFFCEEA6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01FBE0-938B-5436-E4EF-8C4EED64B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842FE2-74AE-63A9-10D3-480BB2684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80720-5484-4835-BD86-A676ECDB2DC4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201DE0-0594-FA29-ABDE-1F1A2524A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A3E21B-F926-6EBE-1ABE-36B8C898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43D18-DBDF-4C12-B755-473C5C8FE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689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534703-2664-DE18-9FA2-6BFF3DD48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694FE65-200B-D684-C6E3-8675A9C18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80720-5484-4835-BD86-A676ECDB2DC4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6DD7C2-A648-3FE8-9F54-C289BAC3C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43DD0E-F418-3200-D6C7-C8D28035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43D18-DBDF-4C12-B755-473C5C8FE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829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F9195B-3B96-3313-6923-8F81AF611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80720-5484-4835-BD86-A676ECDB2DC4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9AFDA8-979B-BB9E-F16A-8E1B02BD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DC60B6-52F8-81EB-5993-01533C6B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43D18-DBDF-4C12-B755-473C5C8FE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524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AD4B9-23C9-D1C0-9EF7-845828C3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32D222-4152-BBAD-B408-2881BF706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D46B49-2130-299A-12FF-30A2F1A5E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0B7042-F1D7-6A71-3E76-2C178E691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80720-5484-4835-BD86-A676ECDB2DC4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E6EB5D-AB46-C558-7A7E-B56186E66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E3DB87-E734-6292-EB67-83EEE6F67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43D18-DBDF-4C12-B755-473C5C8FE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5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484D0-83B2-A167-4F03-9E1CC9E3C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BE825F-9B36-9584-4226-5E47B23A0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5B8FFE-E3C8-2C65-46AF-379A63C5D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5F0C49-B359-7256-8AA7-CFB28EF35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80720-5484-4835-BD86-A676ECDB2DC4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EB424A-A979-57A7-9509-E137172F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90A9D2-126D-6A65-D6D8-5700C2289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43D18-DBDF-4C12-B755-473C5C8FE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16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D6463B-4F25-E226-E51F-6773D7469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9090DA-A8A3-973F-9C8D-FA64CF9EF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DBDC3C-6D21-5764-34C7-9ED59DBC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80720-5484-4835-BD86-A676ECDB2DC4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1B0A39-6CB3-8A9A-9E17-73FFDFA56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9F2A25-C837-FD4E-2697-EDEA30840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43D18-DBDF-4C12-B755-473C5C8FE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635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C99604-E488-16E3-A079-482C4F42EF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E1757B-5CAA-1D0B-C984-FF627F2F1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48CD3F-3606-C42F-96A3-AB188339E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80720-5484-4835-BD86-A676ECDB2DC4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AE4C71-B834-6343-72F3-5F04A747B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9875E2-3852-DB7B-3394-0DB1A86D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43D18-DBDF-4C12-B755-473C5C8FE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484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8D84A8-94BE-6EC2-0654-4D71764FB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B88E12-456B-9EC1-C833-B58EE0B13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7246DD-E9AC-FB9A-B788-AC79AB7CF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80720-5484-4835-BD86-A676ECDB2DC4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311A33-C61C-90BC-1B9F-5893A02C7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8786D4-B221-FF89-FFF1-DCE7943E4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43D18-DBDF-4C12-B755-473C5C8FE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60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62604F0-F881-6539-CC78-65FC084E9159}"/>
              </a:ext>
            </a:extLst>
          </p:cNvPr>
          <p:cNvSpPr/>
          <p:nvPr/>
        </p:nvSpPr>
        <p:spPr>
          <a:xfrm>
            <a:off x="1399419" y="936071"/>
            <a:ext cx="4862704" cy="2526516"/>
          </a:xfrm>
          <a:prstGeom prst="roundRect">
            <a:avLst/>
          </a:prstGeom>
          <a:solidFill>
            <a:srgbClr val="9DF98B">
              <a:alpha val="2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3722E80-8DEF-4ACC-860A-794F616D3469}"/>
              </a:ext>
            </a:extLst>
          </p:cNvPr>
          <p:cNvSpPr/>
          <p:nvPr/>
        </p:nvSpPr>
        <p:spPr>
          <a:xfrm>
            <a:off x="2941334" y="1091315"/>
            <a:ext cx="2920880" cy="7453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立方体 4">
            <a:extLst>
              <a:ext uri="{FF2B5EF4-FFF2-40B4-BE49-F238E27FC236}">
                <a16:creationId xmlns:a16="http://schemas.microsoft.com/office/drawing/2014/main" id="{21CAAA80-939D-1569-7023-03CE09B1C288}"/>
              </a:ext>
            </a:extLst>
          </p:cNvPr>
          <p:cNvSpPr/>
          <p:nvPr/>
        </p:nvSpPr>
        <p:spPr>
          <a:xfrm>
            <a:off x="1589698" y="1927203"/>
            <a:ext cx="890467" cy="458515"/>
          </a:xfrm>
          <a:prstGeom prst="cub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rgbClr val="F2F2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Dehazer</a:t>
            </a:r>
            <a:endParaRPr lang="zh-CN" altLang="en-US" sz="1200" b="1" dirty="0">
              <a:solidFill>
                <a:srgbClr val="F2F2F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77712CD-1FDE-5B7C-29B5-22FDF04C8D25}"/>
              </a:ext>
            </a:extLst>
          </p:cNvPr>
          <p:cNvSpPr/>
          <p:nvPr/>
        </p:nvSpPr>
        <p:spPr>
          <a:xfrm>
            <a:off x="75367" y="414012"/>
            <a:ext cx="1172373" cy="34158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X (haze)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F459241-4FF1-074B-CD2E-B89098375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89" y="1744433"/>
            <a:ext cx="1096395" cy="779253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227C027-13D8-952F-470D-4CEBC097D755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1247740" y="584805"/>
            <a:ext cx="57458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777FCB7-5486-6B0D-672B-8547ACEA5109}"/>
              </a:ext>
            </a:extLst>
          </p:cNvPr>
          <p:cNvSpPr/>
          <p:nvPr/>
        </p:nvSpPr>
        <p:spPr>
          <a:xfrm>
            <a:off x="6993557" y="427430"/>
            <a:ext cx="1901383" cy="3147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Module (M)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08E42C5-768D-83D3-80A5-7337128287D2}"/>
              </a:ext>
            </a:extLst>
          </p:cNvPr>
          <p:cNvGrpSpPr/>
          <p:nvPr/>
        </p:nvGrpSpPr>
        <p:grpSpPr>
          <a:xfrm>
            <a:off x="2754483" y="1926772"/>
            <a:ext cx="3189783" cy="1271393"/>
            <a:chOff x="2754483" y="1926772"/>
            <a:chExt cx="3189783" cy="1271393"/>
          </a:xfrm>
        </p:grpSpPr>
        <p:sp>
          <p:nvSpPr>
            <p:cNvPr id="4" name="立方体 3">
              <a:extLst>
                <a:ext uri="{FF2B5EF4-FFF2-40B4-BE49-F238E27FC236}">
                  <a16:creationId xmlns:a16="http://schemas.microsoft.com/office/drawing/2014/main" id="{79F09738-1937-11C7-8981-91711F53FB79}"/>
                </a:ext>
              </a:extLst>
            </p:cNvPr>
            <p:cNvSpPr/>
            <p:nvPr/>
          </p:nvSpPr>
          <p:spPr>
            <a:xfrm>
              <a:off x="2754483" y="1926772"/>
              <a:ext cx="306789" cy="1271393"/>
            </a:xfrm>
            <a:prstGeom prst="cub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ED7D31"/>
                </a:solidFill>
              </a:endParaRPr>
            </a:p>
          </p:txBody>
        </p:sp>
        <p:sp>
          <p:nvSpPr>
            <p:cNvPr id="16" name="立方体 15">
              <a:extLst>
                <a:ext uri="{FF2B5EF4-FFF2-40B4-BE49-F238E27FC236}">
                  <a16:creationId xmlns:a16="http://schemas.microsoft.com/office/drawing/2014/main" id="{4D1D6088-DCFE-DC3A-3F62-4E4A2DD09A89}"/>
                </a:ext>
              </a:extLst>
            </p:cNvPr>
            <p:cNvSpPr/>
            <p:nvPr/>
          </p:nvSpPr>
          <p:spPr>
            <a:xfrm>
              <a:off x="3203940" y="2167672"/>
              <a:ext cx="270769" cy="796478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ED7D31"/>
                </a:solidFill>
              </a:endParaRPr>
            </a:p>
          </p:txBody>
        </p:sp>
        <p:sp>
          <p:nvSpPr>
            <p:cNvPr id="18" name="立方体 17">
              <a:extLst>
                <a:ext uri="{FF2B5EF4-FFF2-40B4-BE49-F238E27FC236}">
                  <a16:creationId xmlns:a16="http://schemas.microsoft.com/office/drawing/2014/main" id="{0A647BBE-720C-B974-BAAB-ED7B98FB9A6B}"/>
                </a:ext>
              </a:extLst>
            </p:cNvPr>
            <p:cNvSpPr/>
            <p:nvPr/>
          </p:nvSpPr>
          <p:spPr>
            <a:xfrm>
              <a:off x="3607798" y="2273823"/>
              <a:ext cx="221056" cy="547313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ED7D31"/>
                </a:solidFill>
              </a:endParaRPr>
            </a:p>
          </p:txBody>
        </p:sp>
        <p:sp>
          <p:nvSpPr>
            <p:cNvPr id="19" name="立方体 18">
              <a:extLst>
                <a:ext uri="{FF2B5EF4-FFF2-40B4-BE49-F238E27FC236}">
                  <a16:creationId xmlns:a16="http://schemas.microsoft.com/office/drawing/2014/main" id="{8EF1D59D-3D0E-15EE-D813-8475138ED29C}"/>
                </a:ext>
              </a:extLst>
            </p:cNvPr>
            <p:cNvSpPr/>
            <p:nvPr/>
          </p:nvSpPr>
          <p:spPr>
            <a:xfrm>
              <a:off x="3975634" y="2319367"/>
              <a:ext cx="186386" cy="417306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ED7D31"/>
                </a:solidFill>
              </a:endParaRPr>
            </a:p>
          </p:txBody>
        </p:sp>
        <p:sp>
          <p:nvSpPr>
            <p:cNvPr id="20" name="立方体 19">
              <a:extLst>
                <a:ext uri="{FF2B5EF4-FFF2-40B4-BE49-F238E27FC236}">
                  <a16:creationId xmlns:a16="http://schemas.microsoft.com/office/drawing/2014/main" id="{3046FD57-063A-7D07-00A9-4B28028F8F55}"/>
                </a:ext>
              </a:extLst>
            </p:cNvPr>
            <p:cNvSpPr/>
            <p:nvPr/>
          </p:nvSpPr>
          <p:spPr>
            <a:xfrm>
              <a:off x="4263842" y="2421849"/>
              <a:ext cx="186386" cy="212341"/>
            </a:xfrm>
            <a:prstGeom prst="cube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立方体 20">
              <a:extLst>
                <a:ext uri="{FF2B5EF4-FFF2-40B4-BE49-F238E27FC236}">
                  <a16:creationId xmlns:a16="http://schemas.microsoft.com/office/drawing/2014/main" id="{8CF6170A-EACA-CF72-5638-8C047A33A7B8}"/>
                </a:ext>
              </a:extLst>
            </p:cNvPr>
            <p:cNvSpPr/>
            <p:nvPr/>
          </p:nvSpPr>
          <p:spPr>
            <a:xfrm>
              <a:off x="5637477" y="1926772"/>
              <a:ext cx="306789" cy="1271393"/>
            </a:xfrm>
            <a:prstGeom prst="cub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ED7D31"/>
                </a:solidFill>
              </a:endParaRPr>
            </a:p>
          </p:txBody>
        </p:sp>
        <p:sp>
          <p:nvSpPr>
            <p:cNvPr id="22" name="立方体 21">
              <a:extLst>
                <a:ext uri="{FF2B5EF4-FFF2-40B4-BE49-F238E27FC236}">
                  <a16:creationId xmlns:a16="http://schemas.microsoft.com/office/drawing/2014/main" id="{575E6735-7C62-6B14-FE38-729CF0B8A41F}"/>
                </a:ext>
              </a:extLst>
            </p:cNvPr>
            <p:cNvSpPr/>
            <p:nvPr/>
          </p:nvSpPr>
          <p:spPr>
            <a:xfrm>
              <a:off x="5208721" y="2167672"/>
              <a:ext cx="270769" cy="796478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ED7D31"/>
                </a:solidFill>
              </a:endParaRPr>
            </a:p>
          </p:txBody>
        </p:sp>
        <p:sp>
          <p:nvSpPr>
            <p:cNvPr id="23" name="立方体 22">
              <a:extLst>
                <a:ext uri="{FF2B5EF4-FFF2-40B4-BE49-F238E27FC236}">
                  <a16:creationId xmlns:a16="http://schemas.microsoft.com/office/drawing/2014/main" id="{55BD0A8C-6ED9-0239-E7C6-03F2CC66F135}"/>
                </a:ext>
              </a:extLst>
            </p:cNvPr>
            <p:cNvSpPr/>
            <p:nvPr/>
          </p:nvSpPr>
          <p:spPr>
            <a:xfrm>
              <a:off x="4875555" y="2229424"/>
              <a:ext cx="221056" cy="547313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ED7D31"/>
                </a:solidFill>
              </a:endParaRPr>
            </a:p>
          </p:txBody>
        </p:sp>
        <p:sp>
          <p:nvSpPr>
            <p:cNvPr id="24" name="立方体 23">
              <a:extLst>
                <a:ext uri="{FF2B5EF4-FFF2-40B4-BE49-F238E27FC236}">
                  <a16:creationId xmlns:a16="http://schemas.microsoft.com/office/drawing/2014/main" id="{C08BF0FF-D941-E973-10B9-22390E07012B}"/>
                </a:ext>
              </a:extLst>
            </p:cNvPr>
            <p:cNvSpPr/>
            <p:nvPr/>
          </p:nvSpPr>
          <p:spPr>
            <a:xfrm>
              <a:off x="4557785" y="2315033"/>
              <a:ext cx="186386" cy="417306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ED7D31"/>
                </a:solidFill>
              </a:endParaRPr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2479AFD-A4BD-8FB1-8C3A-A4B8FCB508C5}"/>
              </a:ext>
            </a:extLst>
          </p:cNvPr>
          <p:cNvSpPr/>
          <p:nvPr/>
        </p:nvSpPr>
        <p:spPr>
          <a:xfrm>
            <a:off x="4068093" y="1241885"/>
            <a:ext cx="1555482" cy="3415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Color-gain Module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立方体 25">
            <a:extLst>
              <a:ext uri="{FF2B5EF4-FFF2-40B4-BE49-F238E27FC236}">
                <a16:creationId xmlns:a16="http://schemas.microsoft.com/office/drawing/2014/main" id="{D12FFE37-EADA-197D-A685-BABB8FF44741}"/>
              </a:ext>
            </a:extLst>
          </p:cNvPr>
          <p:cNvSpPr/>
          <p:nvPr/>
        </p:nvSpPr>
        <p:spPr>
          <a:xfrm>
            <a:off x="3157026" y="1250475"/>
            <a:ext cx="153394" cy="394702"/>
          </a:xfrm>
          <a:prstGeom prst="cube">
            <a:avLst/>
          </a:prstGeom>
          <a:solidFill>
            <a:srgbClr val="C19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ED7D31"/>
              </a:solidFill>
            </a:endParaRPr>
          </a:p>
        </p:txBody>
      </p:sp>
      <p:sp>
        <p:nvSpPr>
          <p:cNvPr id="27" name="立方体 26">
            <a:extLst>
              <a:ext uri="{FF2B5EF4-FFF2-40B4-BE49-F238E27FC236}">
                <a16:creationId xmlns:a16="http://schemas.microsoft.com/office/drawing/2014/main" id="{D99CC2FC-DD33-7CB1-0E8A-48A17853EDDA}"/>
              </a:ext>
            </a:extLst>
          </p:cNvPr>
          <p:cNvSpPr/>
          <p:nvPr/>
        </p:nvSpPr>
        <p:spPr>
          <a:xfrm>
            <a:off x="3433904" y="1250482"/>
            <a:ext cx="168291" cy="394709"/>
          </a:xfrm>
          <a:prstGeom prst="cube">
            <a:avLst/>
          </a:prstGeom>
          <a:solidFill>
            <a:srgbClr val="C19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ED7D31"/>
              </a:solidFill>
            </a:endParaRPr>
          </a:p>
        </p:txBody>
      </p:sp>
      <p:sp>
        <p:nvSpPr>
          <p:cNvPr id="29" name="立方体 28">
            <a:extLst>
              <a:ext uri="{FF2B5EF4-FFF2-40B4-BE49-F238E27FC236}">
                <a16:creationId xmlns:a16="http://schemas.microsoft.com/office/drawing/2014/main" id="{0321EF78-A69F-C5FC-4617-868A9A9F3031}"/>
              </a:ext>
            </a:extLst>
          </p:cNvPr>
          <p:cNvSpPr/>
          <p:nvPr/>
        </p:nvSpPr>
        <p:spPr>
          <a:xfrm>
            <a:off x="3718844" y="1242113"/>
            <a:ext cx="168291" cy="394709"/>
          </a:xfrm>
          <a:prstGeom prst="cube">
            <a:avLst/>
          </a:prstGeom>
          <a:solidFill>
            <a:srgbClr val="C19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ED7D31"/>
              </a:solidFill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C32454E-F6A6-8E21-3DBA-95D6157BCEA9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6262123" y="2199328"/>
            <a:ext cx="3813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7EE20B18-9D9E-5284-4122-3AC574B45FE9}"/>
              </a:ext>
            </a:extLst>
          </p:cNvPr>
          <p:cNvSpPr/>
          <p:nvPr/>
        </p:nvSpPr>
        <p:spPr>
          <a:xfrm>
            <a:off x="6665154" y="2036812"/>
            <a:ext cx="356859" cy="35968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EDC3E71-0579-536E-D7EC-900C80B0A334}"/>
              </a:ext>
            </a:extLst>
          </p:cNvPr>
          <p:cNvCxnSpPr>
            <a:cxnSpLocks/>
          </p:cNvCxnSpPr>
          <p:nvPr/>
        </p:nvCxnSpPr>
        <p:spPr>
          <a:xfrm flipV="1">
            <a:off x="7022013" y="2234605"/>
            <a:ext cx="3813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200F5C7-1699-228C-1FE5-535B1788DFBB}"/>
              </a:ext>
            </a:extLst>
          </p:cNvPr>
          <p:cNvSpPr/>
          <p:nvPr/>
        </p:nvSpPr>
        <p:spPr>
          <a:xfrm>
            <a:off x="589376" y="3666267"/>
            <a:ext cx="3999959" cy="4404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0014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45E0FBE3EC44B059B9235676BDB7C5FBDC31935080B8E0C6AB16E25D3C3161AE" val="[{&quot;GradientColorId&quot;:&quot;&quot;,&quot;IsFree&quot;:true,&quot;IsGradient&quot;:false,&quot;ImagePath&quot;:&quot;&quot;,&quot;GradientColor&quot;:null,&quot;SimpleColor&quot;:&quot;#F2F2F2&quot;},{&quot;GradientColorId&quot;:&quot;&quot;,&quot;IsFree&quot;:true,&quot;IsGradient&quot;:false,&quot;ImagePath&quot;:&quot;&quot;,&quot;GradientColor&quot;:null,&quot;SimpleColor&quot;:&quot;#FFFFFF&quot;},{&quot;GradientColorId&quot;:&quot;&quot;,&quot;IsFree&quot;:true,&quot;IsGradient&quot;:false,&quot;ImagePath&quot;:&quot;&quot;,&quot;GradientColor&quot;:null,&quot;SimpleColor&quot;:&quot;#000000&quot;},{&quot;GradientColorId&quot;:&quot;&quot;,&quot;IsFree&quot;:true,&quot;IsGradient&quot;:false,&quot;ImagePath&quot;:&quot;&quot;,&quot;GradientColor&quot;:null,&quot;SimpleColor&quot;:&quot;#ED7D31&quot;},{&quot;GradientColorId&quot;:&quot;&quot;,&quot;IsFree&quot;:true,&quot;IsGradient&quot;:false,&quot;ImagePath&quot;:&quot;&quot;,&quot;GradientColor&quot;:null,&quot;SimpleColor&quot;:&quot;#8FAADC&quot;}]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13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shiwen zhao</dc:creator>
  <cp:lastModifiedBy>shiwen zhao</cp:lastModifiedBy>
  <cp:revision>4</cp:revision>
  <dcterms:created xsi:type="dcterms:W3CDTF">2026-02-23T03:02:41Z</dcterms:created>
  <dcterms:modified xsi:type="dcterms:W3CDTF">2026-03-04T15:19:48Z</dcterms:modified>
</cp:coreProperties>
</file>